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21"/>
    <p:restoredTop sz="94653"/>
  </p:normalViewPr>
  <p:slideViewPr>
    <p:cSldViewPr snapToGrid="0">
      <p:cViewPr>
        <p:scale>
          <a:sx n="57" d="100"/>
          <a:sy n="57" d="100"/>
        </p:scale>
        <p:origin x="256" y="2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10/28/26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0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10/28/26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59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EA3-93A8-4943-9F3A-4798FB13F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267718"/>
            <a:ext cx="10972800" cy="914401"/>
          </a:xfrm>
        </p:spPr>
        <p:txBody>
          <a:bodyPr/>
          <a:lstStyle/>
          <a:p>
            <a:r>
              <a:rPr lang="en-US" dirty="0"/>
              <a:t>SW Flow Diagram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D871D7F-67C4-FC24-A164-363CC1D4F751}"/>
              </a:ext>
            </a:extLst>
          </p:cNvPr>
          <p:cNvSpPr/>
          <p:nvPr/>
        </p:nvSpPr>
        <p:spPr>
          <a:xfrm>
            <a:off x="152400" y="646684"/>
            <a:ext cx="6400800" cy="5330784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EFA466-CFB6-0F5A-64D0-BF067DD8688A}"/>
              </a:ext>
            </a:extLst>
          </p:cNvPr>
          <p:cNvSpPr/>
          <p:nvPr/>
        </p:nvSpPr>
        <p:spPr>
          <a:xfrm>
            <a:off x="3720379" y="1862163"/>
            <a:ext cx="2605006" cy="36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Potentiometer 1 Read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2D79B3-8018-4A56-45F0-C0B7789C4743}"/>
              </a:ext>
            </a:extLst>
          </p:cNvPr>
          <p:cNvSpPr/>
          <p:nvPr/>
        </p:nvSpPr>
        <p:spPr>
          <a:xfrm>
            <a:off x="3720379" y="2458829"/>
            <a:ext cx="2605005" cy="36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Potentiometer 2 Read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1A8D9F-93FF-A1DF-6C27-063B5BBA2C3B}"/>
              </a:ext>
            </a:extLst>
          </p:cNvPr>
          <p:cNvSpPr/>
          <p:nvPr/>
        </p:nvSpPr>
        <p:spPr>
          <a:xfrm>
            <a:off x="3720379" y="3066031"/>
            <a:ext cx="2605005" cy="36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Potentiometer 3 Read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A10FCE-6380-56A5-CC40-62B7E6443964}"/>
              </a:ext>
            </a:extLst>
          </p:cNvPr>
          <p:cNvSpPr/>
          <p:nvPr/>
        </p:nvSpPr>
        <p:spPr>
          <a:xfrm>
            <a:off x="3720379" y="4054109"/>
            <a:ext cx="2605005" cy="36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Glitch Output Read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F78C08-0207-77C8-8568-23BADFF61BE6}"/>
              </a:ext>
            </a:extLst>
          </p:cNvPr>
          <p:cNvSpPr/>
          <p:nvPr/>
        </p:nvSpPr>
        <p:spPr>
          <a:xfrm>
            <a:off x="6951546" y="3684569"/>
            <a:ext cx="1573434" cy="899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Glitch Output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09371F-11F1-3057-4B17-7EE8D1202EA4}"/>
              </a:ext>
            </a:extLst>
          </p:cNvPr>
          <p:cNvSpPr/>
          <p:nvPr/>
        </p:nvSpPr>
        <p:spPr>
          <a:xfrm>
            <a:off x="6957507" y="1846838"/>
            <a:ext cx="2605005" cy="36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Potentiometer 4 Read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5A22A9-2130-3A0B-5626-CDD96D224473}"/>
              </a:ext>
            </a:extLst>
          </p:cNvPr>
          <p:cNvSpPr/>
          <p:nvPr/>
        </p:nvSpPr>
        <p:spPr>
          <a:xfrm>
            <a:off x="9648277" y="981419"/>
            <a:ext cx="2328453" cy="601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Flip Lock Variable T/F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F5BA03-47F3-68C2-2640-2D4FF636A279}"/>
              </a:ext>
            </a:extLst>
          </p:cNvPr>
          <p:cNvSpPr/>
          <p:nvPr/>
        </p:nvSpPr>
        <p:spPr>
          <a:xfrm>
            <a:off x="6935373" y="973037"/>
            <a:ext cx="2328453" cy="601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Thumb Joystick Button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8221166-D154-2147-54A2-2D42E097CE74}"/>
              </a:ext>
            </a:extLst>
          </p:cNvPr>
          <p:cNvSpPr/>
          <p:nvPr/>
        </p:nvSpPr>
        <p:spPr>
          <a:xfrm>
            <a:off x="9152886" y="3684570"/>
            <a:ext cx="2886714" cy="36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Thumb Joystick X/Y Read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39FEF0-E22E-5421-B986-72103FC45F1C}"/>
              </a:ext>
            </a:extLst>
          </p:cNvPr>
          <p:cNvSpPr/>
          <p:nvPr/>
        </p:nvSpPr>
        <p:spPr>
          <a:xfrm>
            <a:off x="977180" y="880532"/>
            <a:ext cx="2605006" cy="36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Camera Input Read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B4B71D-E1E5-EE14-0CB4-D179F1C79836}"/>
              </a:ext>
            </a:extLst>
          </p:cNvPr>
          <p:cNvSpPr/>
          <p:nvPr/>
        </p:nvSpPr>
        <p:spPr>
          <a:xfrm>
            <a:off x="932920" y="3692226"/>
            <a:ext cx="2605006" cy="36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OpenGL smear effect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9567F53-B0EB-9D50-EBB7-A649EB7337E2}"/>
              </a:ext>
            </a:extLst>
          </p:cNvPr>
          <p:cNvSpPr/>
          <p:nvPr/>
        </p:nvSpPr>
        <p:spPr>
          <a:xfrm>
            <a:off x="932920" y="4289043"/>
            <a:ext cx="2605006" cy="36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Show Image on TFT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A41FFB-1BC2-1FF5-2D21-D33915B504F0}"/>
              </a:ext>
            </a:extLst>
          </p:cNvPr>
          <p:cNvSpPr/>
          <p:nvPr/>
        </p:nvSpPr>
        <p:spPr>
          <a:xfrm>
            <a:off x="932920" y="5166931"/>
            <a:ext cx="2605006" cy="36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Save Image to Folder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27CCF89-5310-ED22-73D1-106A90CAA715}"/>
              </a:ext>
            </a:extLst>
          </p:cNvPr>
          <p:cNvSpPr/>
          <p:nvPr/>
        </p:nvSpPr>
        <p:spPr>
          <a:xfrm>
            <a:off x="932920" y="3066031"/>
            <a:ext cx="2605006" cy="36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OpenGL update Blue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42AD84E-AEBD-A0E4-3A0D-889DCD7432BA}"/>
              </a:ext>
            </a:extLst>
          </p:cNvPr>
          <p:cNvSpPr/>
          <p:nvPr/>
        </p:nvSpPr>
        <p:spPr>
          <a:xfrm>
            <a:off x="932920" y="2439836"/>
            <a:ext cx="2605006" cy="36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OpenGL update Green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DEEB58-2F9A-1F94-DFE8-3886AB8B7F69}"/>
              </a:ext>
            </a:extLst>
          </p:cNvPr>
          <p:cNvSpPr/>
          <p:nvPr/>
        </p:nvSpPr>
        <p:spPr>
          <a:xfrm>
            <a:off x="932920" y="1836498"/>
            <a:ext cx="2605006" cy="36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OpenGL update Red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8B37C96-1C68-604F-0AE5-C7B49A67C8B7}"/>
              </a:ext>
            </a:extLst>
          </p:cNvPr>
          <p:cNvCxnSpPr>
            <a:stCxn id="37" idx="2"/>
          </p:cNvCxnSpPr>
          <p:nvPr/>
        </p:nvCxnSpPr>
        <p:spPr>
          <a:xfrm>
            <a:off x="2279683" y="1243500"/>
            <a:ext cx="0" cy="5929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D729EE2-B863-9C6E-265C-D2A08E78C231}"/>
              </a:ext>
            </a:extLst>
          </p:cNvPr>
          <p:cNvCxnSpPr>
            <a:cxnSpLocks/>
          </p:cNvCxnSpPr>
          <p:nvPr/>
        </p:nvCxnSpPr>
        <p:spPr>
          <a:xfrm flipH="1">
            <a:off x="3582186" y="1062016"/>
            <a:ext cx="52405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D3A2CEF-F00A-8EDC-50CA-ED4C5D9063B9}"/>
              </a:ext>
            </a:extLst>
          </p:cNvPr>
          <p:cNvSpPr txBox="1"/>
          <p:nvPr/>
        </p:nvSpPr>
        <p:spPr>
          <a:xfrm>
            <a:off x="4106246" y="880532"/>
            <a:ext cx="1254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Power Up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4C10FE3-9CA7-D7D2-C239-3F516CAFD971}"/>
              </a:ext>
            </a:extLst>
          </p:cNvPr>
          <p:cNvCxnSpPr>
            <a:cxnSpLocks/>
          </p:cNvCxnSpPr>
          <p:nvPr/>
        </p:nvCxnSpPr>
        <p:spPr>
          <a:xfrm>
            <a:off x="534573" y="1064804"/>
            <a:ext cx="4426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9F34DD8-F033-6DF1-5AAF-6B63A6128350}"/>
              </a:ext>
            </a:extLst>
          </p:cNvPr>
          <p:cNvCxnSpPr>
            <a:cxnSpLocks/>
          </p:cNvCxnSpPr>
          <p:nvPr/>
        </p:nvCxnSpPr>
        <p:spPr>
          <a:xfrm>
            <a:off x="534573" y="1062016"/>
            <a:ext cx="0" cy="340851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FA50084-7645-13D1-AB74-C6572F33BB17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534573" y="4470527"/>
            <a:ext cx="398347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9EBBF8F-E1E3-B96C-0683-3F662F317096}"/>
              </a:ext>
            </a:extLst>
          </p:cNvPr>
          <p:cNvCxnSpPr>
            <a:cxnSpLocks/>
          </p:cNvCxnSpPr>
          <p:nvPr/>
        </p:nvCxnSpPr>
        <p:spPr>
          <a:xfrm>
            <a:off x="2279683" y="2209806"/>
            <a:ext cx="0" cy="2300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3D2CAF9-8F08-C8C2-8BE5-4341806E493F}"/>
              </a:ext>
            </a:extLst>
          </p:cNvPr>
          <p:cNvCxnSpPr>
            <a:cxnSpLocks/>
            <a:endCxn id="42" idx="0"/>
          </p:cNvCxnSpPr>
          <p:nvPr/>
        </p:nvCxnSpPr>
        <p:spPr>
          <a:xfrm flipH="1">
            <a:off x="2235423" y="2802804"/>
            <a:ext cx="44260" cy="2632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830B494-F96F-1D1F-AB99-04B28597BD34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2235423" y="3428438"/>
            <a:ext cx="0" cy="2637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16757AA-2D82-1C26-2FA2-F2C17E10A87D}"/>
              </a:ext>
            </a:extLst>
          </p:cNvPr>
          <p:cNvCxnSpPr>
            <a:cxnSpLocks/>
          </p:cNvCxnSpPr>
          <p:nvPr/>
        </p:nvCxnSpPr>
        <p:spPr>
          <a:xfrm>
            <a:off x="2235423" y="4059013"/>
            <a:ext cx="0" cy="2300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879B2FB-4CF1-CE08-FD71-7145A88E4717}"/>
              </a:ext>
            </a:extLst>
          </p:cNvPr>
          <p:cNvCxnSpPr>
            <a:cxnSpLocks/>
          </p:cNvCxnSpPr>
          <p:nvPr/>
        </p:nvCxnSpPr>
        <p:spPr>
          <a:xfrm>
            <a:off x="2235423" y="4659619"/>
            <a:ext cx="0" cy="5073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5EC818C-D86D-3D61-E451-2CC231A77B0B}"/>
              </a:ext>
            </a:extLst>
          </p:cNvPr>
          <p:cNvSpPr txBox="1"/>
          <p:nvPr/>
        </p:nvSpPr>
        <p:spPr>
          <a:xfrm>
            <a:off x="2235422" y="4739946"/>
            <a:ext cx="2083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button press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F6329BC-2B6D-377D-07B4-D397FEA1C7AE}"/>
              </a:ext>
            </a:extLst>
          </p:cNvPr>
          <p:cNvCxnSpPr>
            <a:cxnSpLocks/>
          </p:cNvCxnSpPr>
          <p:nvPr/>
        </p:nvCxnSpPr>
        <p:spPr>
          <a:xfrm flipH="1" flipV="1">
            <a:off x="3537926" y="2118054"/>
            <a:ext cx="182453" cy="25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26274AD-3484-D1EC-5B66-CF71AEF0448D}"/>
              </a:ext>
            </a:extLst>
          </p:cNvPr>
          <p:cNvCxnSpPr>
            <a:cxnSpLocks/>
          </p:cNvCxnSpPr>
          <p:nvPr/>
        </p:nvCxnSpPr>
        <p:spPr>
          <a:xfrm flipH="1" flipV="1">
            <a:off x="3537925" y="2744873"/>
            <a:ext cx="182453" cy="25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7B12745-62EF-8516-3912-B5B2C29CEC37}"/>
              </a:ext>
            </a:extLst>
          </p:cNvPr>
          <p:cNvCxnSpPr>
            <a:cxnSpLocks/>
          </p:cNvCxnSpPr>
          <p:nvPr/>
        </p:nvCxnSpPr>
        <p:spPr>
          <a:xfrm flipH="1">
            <a:off x="3537926" y="3347587"/>
            <a:ext cx="1824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86F70D2-F195-DF5B-AFA5-D757BD595B51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3537926" y="3973782"/>
            <a:ext cx="182453" cy="2618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149B9EDF-1BB8-04F3-35E7-471C3D5A4FD3}"/>
              </a:ext>
            </a:extLst>
          </p:cNvPr>
          <p:cNvSpPr/>
          <p:nvPr/>
        </p:nvSpPr>
        <p:spPr>
          <a:xfrm>
            <a:off x="6767990" y="625774"/>
            <a:ext cx="5391945" cy="5330784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1895B60-3398-03ED-6216-B9F26A902C63}"/>
              </a:ext>
            </a:extLst>
          </p:cNvPr>
          <p:cNvCxnSpPr>
            <a:cxnSpLocks/>
          </p:cNvCxnSpPr>
          <p:nvPr/>
        </p:nvCxnSpPr>
        <p:spPr>
          <a:xfrm>
            <a:off x="3537925" y="1955425"/>
            <a:ext cx="182453" cy="25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F3FDC81-2C27-CE4B-BB7C-FE6A7E0C7779}"/>
              </a:ext>
            </a:extLst>
          </p:cNvPr>
          <p:cNvCxnSpPr>
            <a:cxnSpLocks/>
          </p:cNvCxnSpPr>
          <p:nvPr/>
        </p:nvCxnSpPr>
        <p:spPr>
          <a:xfrm>
            <a:off x="3537925" y="2570740"/>
            <a:ext cx="182453" cy="189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064D303-8884-A2AB-D7D4-56D37961F0D9}"/>
              </a:ext>
            </a:extLst>
          </p:cNvPr>
          <p:cNvCxnSpPr>
            <a:cxnSpLocks/>
          </p:cNvCxnSpPr>
          <p:nvPr/>
        </p:nvCxnSpPr>
        <p:spPr>
          <a:xfrm>
            <a:off x="3537925" y="3180608"/>
            <a:ext cx="1824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7E5EE9C-F93C-9334-F1EF-EA278AE1059E}"/>
              </a:ext>
            </a:extLst>
          </p:cNvPr>
          <p:cNvCxnSpPr>
            <a:cxnSpLocks/>
          </p:cNvCxnSpPr>
          <p:nvPr/>
        </p:nvCxnSpPr>
        <p:spPr>
          <a:xfrm flipV="1">
            <a:off x="3537925" y="3797896"/>
            <a:ext cx="3230065" cy="299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135FD4C-2DD4-D070-D348-48442892D01C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7721792" y="2225131"/>
            <a:ext cx="16471" cy="14594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7B3AE4D8-F521-A594-AF29-64D718055393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8524980" y="3866054"/>
            <a:ext cx="627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D3CDDCFB-9569-0647-C62C-87415C84BD45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9263826" y="1281996"/>
            <a:ext cx="38445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2AA9AF0-67FF-2B07-A5E7-C705EA846358}"/>
              </a:ext>
            </a:extLst>
          </p:cNvPr>
          <p:cNvSpPr/>
          <p:nvPr/>
        </p:nvSpPr>
        <p:spPr>
          <a:xfrm>
            <a:off x="9152886" y="4221521"/>
            <a:ext cx="2886714" cy="362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Saved Thumb Joystick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C24EA08-B4E9-2CAC-249D-251F29D8DB6C}"/>
              </a:ext>
            </a:extLst>
          </p:cNvPr>
          <p:cNvSpPr txBox="1"/>
          <p:nvPr/>
        </p:nvSpPr>
        <p:spPr>
          <a:xfrm>
            <a:off x="8307618" y="3349834"/>
            <a:ext cx="1254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Lock = F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CB18BC9-D687-068B-5417-C18E23BF6786}"/>
              </a:ext>
            </a:extLst>
          </p:cNvPr>
          <p:cNvSpPr txBox="1"/>
          <p:nvPr/>
        </p:nvSpPr>
        <p:spPr>
          <a:xfrm>
            <a:off x="8393383" y="4584489"/>
            <a:ext cx="1254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Lock = T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A3816405-8A0D-B91C-EE99-0F63B7A2D200}"/>
              </a:ext>
            </a:extLst>
          </p:cNvPr>
          <p:cNvCxnSpPr>
            <a:cxnSpLocks/>
            <a:stCxn id="115" idx="1"/>
          </p:cNvCxnSpPr>
          <p:nvPr/>
        </p:nvCxnSpPr>
        <p:spPr>
          <a:xfrm flipH="1">
            <a:off x="8524980" y="4403005"/>
            <a:ext cx="627906" cy="75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A3C5C88-D9AC-A6FA-C5AB-0AB05F8B0F50}"/>
              </a:ext>
            </a:extLst>
          </p:cNvPr>
          <p:cNvSpPr/>
          <p:nvPr/>
        </p:nvSpPr>
        <p:spPr>
          <a:xfrm>
            <a:off x="8689827" y="2727588"/>
            <a:ext cx="3349773" cy="338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Thumb Joystick </a:t>
            </a:r>
            <a:r>
              <a:rPr lang="en-US" dirty="0">
                <a:solidFill>
                  <a:prstClr val="white"/>
                </a:solidFill>
                <a:latin typeface="Arial"/>
              </a:rPr>
              <a:t>X/Y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Saved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9A1DDA62-B123-0477-BFDB-2C0138E75447}"/>
              </a:ext>
            </a:extLst>
          </p:cNvPr>
          <p:cNvCxnSpPr>
            <a:cxnSpLocks/>
          </p:cNvCxnSpPr>
          <p:nvPr/>
        </p:nvCxnSpPr>
        <p:spPr>
          <a:xfrm>
            <a:off x="10740749" y="1582573"/>
            <a:ext cx="0" cy="253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C53B93E-BB3E-AA8E-FB5F-B55F4FBAB382}"/>
              </a:ext>
            </a:extLst>
          </p:cNvPr>
          <p:cNvSpPr/>
          <p:nvPr/>
        </p:nvSpPr>
        <p:spPr>
          <a:xfrm>
            <a:off x="9648276" y="1826558"/>
            <a:ext cx="2328454" cy="572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rial"/>
              </a:rPr>
              <a:t>Thumb Joystick X/Y Read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D9DB56D-1867-43FE-E2ED-684FB724418E}"/>
              </a:ext>
            </a:extLst>
          </p:cNvPr>
          <p:cNvCxnSpPr>
            <a:cxnSpLocks/>
          </p:cNvCxnSpPr>
          <p:nvPr/>
        </p:nvCxnSpPr>
        <p:spPr>
          <a:xfrm>
            <a:off x="10740749" y="2398735"/>
            <a:ext cx="0" cy="3288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73FE9C13-236E-BA6F-8F7F-1FA4861F075C}"/>
              </a:ext>
            </a:extLst>
          </p:cNvPr>
          <p:cNvSpPr txBox="1"/>
          <p:nvPr/>
        </p:nvSpPr>
        <p:spPr>
          <a:xfrm>
            <a:off x="10721836" y="1519900"/>
            <a:ext cx="1254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Lock = T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FCAEC0C-485D-10EE-3A30-BC72320624A5}"/>
              </a:ext>
            </a:extLst>
          </p:cNvPr>
          <p:cNvCxnSpPr>
            <a:cxnSpLocks/>
          </p:cNvCxnSpPr>
          <p:nvPr/>
        </p:nvCxnSpPr>
        <p:spPr>
          <a:xfrm flipH="1">
            <a:off x="6320807" y="4251001"/>
            <a:ext cx="627906" cy="75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D2F2B1CD-FD68-8BCF-1FB1-7E57C1116003}"/>
              </a:ext>
            </a:extLst>
          </p:cNvPr>
          <p:cNvSpPr txBox="1"/>
          <p:nvPr/>
        </p:nvSpPr>
        <p:spPr>
          <a:xfrm>
            <a:off x="3916941" y="1406851"/>
            <a:ext cx="2083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Program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0979791-5D1C-97EC-34EF-7F3B3313DB9D}"/>
              </a:ext>
            </a:extLst>
          </p:cNvPr>
          <p:cNvSpPr txBox="1"/>
          <p:nvPr/>
        </p:nvSpPr>
        <p:spPr>
          <a:xfrm>
            <a:off x="7483470" y="620226"/>
            <a:ext cx="3014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Glitch Output Update</a:t>
            </a:r>
          </a:p>
        </p:txBody>
      </p:sp>
    </p:spTree>
    <p:extLst>
      <p:ext uri="{BB962C8B-B14F-4D97-AF65-F5344CB8AC3E}">
        <p14:creationId xmlns:p14="http://schemas.microsoft.com/office/powerpoint/2010/main" val="420461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91</Words>
  <Application>Microsoft Macintosh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Diamond Grid 16x9</vt:lpstr>
      <vt:lpstr>SW Flow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Shuken Nakamura</dc:creator>
  <cp:lastModifiedBy>Shuken Nakamura</cp:lastModifiedBy>
  <cp:revision>1</cp:revision>
  <dcterms:created xsi:type="dcterms:W3CDTF">2026-10-29T02:18:21Z</dcterms:created>
  <dcterms:modified xsi:type="dcterms:W3CDTF">2026-10-29T02:57:03Z</dcterms:modified>
</cp:coreProperties>
</file>